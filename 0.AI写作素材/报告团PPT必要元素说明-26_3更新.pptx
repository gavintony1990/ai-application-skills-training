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0" r:id="rId4"/>
    <p:sldId id="262" r:id="rId5"/>
    <p:sldId id="263" r:id="rId6"/>
    <p:sldId id="256" r:id="rId7"/>
    <p:sldId id="257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5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512" y="8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E1C24-411E-421A-803C-DBE91D7C60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CB9C6-4888-4A45-849E-B43D6722CB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01341" y="1788006"/>
            <a:ext cx="9789318" cy="2959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重要说明！！！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仅为必要元素和内容说明，课程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模板、布局自定，以简洁、清晰、美观为好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50" y="1574465"/>
            <a:ext cx="3709069" cy="370906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260" y="1574466"/>
            <a:ext cx="3767480" cy="370906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6642556"/>
            <a:ext cx="631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By:</a:t>
            </a:r>
            <a:r>
              <a:rPr lang="zh-CN" altLang="en-US" sz="800" b="1" dirty="0"/>
              <a:t>王树勋</a:t>
            </a:r>
            <a:endParaRPr lang="zh-CN" altLang="en-US" sz="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359" y="1438154"/>
            <a:ext cx="4044395" cy="398169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890" y="1438154"/>
            <a:ext cx="4044395" cy="398169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665079" y="5549778"/>
            <a:ext cx="311601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白底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10907" y="5549778"/>
            <a:ext cx="311601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彩色镂空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6642556"/>
            <a:ext cx="631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By:</a:t>
            </a:r>
            <a:r>
              <a:rPr lang="zh-CN" altLang="en-US" sz="800" b="1" dirty="0"/>
              <a:t>王树勋</a:t>
            </a:r>
            <a:endParaRPr lang="zh-CN" altLang="en-US" sz="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665079" y="5549778"/>
            <a:ext cx="311601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蓝色镂空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10907" y="5549778"/>
            <a:ext cx="311601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白色镂空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152" y="1438154"/>
            <a:ext cx="4044395" cy="3981691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689" y="1438154"/>
            <a:ext cx="4044395" cy="398169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6642556"/>
            <a:ext cx="631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By:</a:t>
            </a:r>
            <a:r>
              <a:rPr lang="zh-CN" altLang="en-US" sz="800" b="1" dirty="0"/>
              <a:t>王树勋</a:t>
            </a:r>
            <a:endParaRPr lang="zh-CN" altLang="en-US" sz="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87350" y="273050"/>
            <a:ext cx="3486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封面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58025" y="457716"/>
            <a:ext cx="483235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居中偏上位置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左：校徽  右：团徽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02732" y="4235931"/>
            <a:ext cx="6586537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讲师信息等统一为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讲师：姓名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学院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 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硕士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博士研究生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本科生可不写出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b="1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84" y="305289"/>
            <a:ext cx="684802" cy="6741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559" y="339628"/>
            <a:ext cx="605507" cy="605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992645" y="224811"/>
            <a:ext cx="483235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内容页右上角    左：校徽  右：团徽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83"/>
          <a:stretch>
            <a:fillRect/>
          </a:stretch>
        </p:blipFill>
        <p:spPr>
          <a:xfrm>
            <a:off x="125412" y="2548022"/>
            <a:ext cx="7381875" cy="208889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1149" y="1792024"/>
            <a:ext cx="6494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报告团宗旨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png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素材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提供给大家可选用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864" y="224811"/>
            <a:ext cx="684802" cy="6741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0039" y="259150"/>
            <a:ext cx="605507" cy="605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87350" y="273050"/>
            <a:ext cx="3486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结束页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58025" y="457716"/>
            <a:ext cx="483235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居中偏上位置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左：校徽  右：团徽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02731" y="4969356"/>
            <a:ext cx="6586537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讲师：姓名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学院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 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硕士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博士研究生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本科生可不写出</a:t>
            </a:r>
            <a:r>
              <a:rPr lang="en-US" altLang="zh-CN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b="1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84" y="305289"/>
            <a:ext cx="684802" cy="6741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559" y="339628"/>
            <a:ext cx="605507" cy="6055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WPS 演示</Application>
  <PresentationFormat>宽屏</PresentationFormat>
  <Paragraphs>39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 席;王树勋</dc:creator>
  <cp:lastModifiedBy>易国文</cp:lastModifiedBy>
  <cp:revision>18</cp:revision>
  <dcterms:created xsi:type="dcterms:W3CDTF">2026-03-04T07:58:00Z</dcterms:created>
  <dcterms:modified xsi:type="dcterms:W3CDTF">2026-05-04T07:59:50Z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A9B866B97A9D4F9CB2F433A889E611D4_13</vt:lpwstr>
  </property>
  <property fmtid="{D5CDD505-2E9C-101B-9397-08002B2CF9AE}" pid="3" name="KSOProductBuildVer">
    <vt:lpwstr>2052-12.1.0.23542</vt:lpwstr>
  </property>
</Properties>
</file>